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network-science-simulation.streamlit.app" TargetMode="External"/><Relationship Id="rId3" Type="http://schemas.openxmlformats.org/officeDocument/2006/relationships/hyperlink" Target="https://github.com/11pyo/network-science-simulation" TargetMode="External"/><Relationship Id="rId1" Type="http://schemas.openxmlformats.org/officeDocument/2006/relationships/image" Target="../media/image-10-1.png"/><Relationship Id="rId4" Type="http://schemas.openxmlformats.org/officeDocument/2006/relationships/image" Target="../media/image-10-2.png"/><Relationship Id="rId5" Type="http://schemas.openxmlformats.org/officeDocument/2006/relationships/image" Target="../media/image-10-3.png"/><Relationship Id="rId6" Type="http://schemas.openxmlformats.org/officeDocument/2006/relationships/image" Target="../media/image-10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73152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System Impact Simulation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BC / Middleware / SAP Operations Guide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Science based Shock Propagation Simulation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4023360"/>
            <a:ext cx="2743200" cy="914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3200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216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Entity Mapping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SAP system nodes and their correlations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74650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7282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Settings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19293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set and interpret system correlations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25856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240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Topology View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24414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graph with centrality metrics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77063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70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27523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Impact View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29535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Heatmap, impact bars, and radar charts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28269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282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2644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Time Series View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" y="346557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propagation over time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3776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Examples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97280" y="39776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timeout, DB lock, kernel patch failure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30682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306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97280" y="428853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 Guide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97280" y="44897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usage tutorial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SAP Entity Mapping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00A896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310896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Examples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sap_basis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Basis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Server/Instance/Kernel/Patch mgmt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fail, Memory shortage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sap_abap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ABAP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dev/Reports/Enhancement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Dump, Performance issues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fi_co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FI/CO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Financial/Management accounting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Posting error, Close delay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mm_sd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MM/SD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Purchasing/Sales/Logistics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error, Delivery delay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middleware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Middleware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RFC/PI/PO/API interface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RFC timeout, Msg 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auth_mgmt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Mgmt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Role/Authorization/Audit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missing, SoD violation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 Party/Legacy interface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fail, Format mismatch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db_hana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DB/HANA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management/Tuning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lock, Query delay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infra_os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Infra/OS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Server/Network/Storage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 full, Network outage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840480"/>
            <a:ext cx="8595360" cy="411480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90448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840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config/constants.py NODES list to change entity names and labels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Correlation Settings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512064" y="1005840"/>
            <a:ext cx="3877056" cy="45720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24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+0.7 ~ +1.0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10241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2435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impact propagation (Basis-HANA: 0.90)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512064" y="1600200"/>
            <a:ext cx="3877056" cy="45720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6184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+0.3 ~ +0.7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16184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positive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18379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impact (ABAP-FI/CO: 0.65)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194560"/>
            <a:ext cx="54864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064" y="2194560"/>
            <a:ext cx="3877056" cy="45720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212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 ~ +0.3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03120" y="22128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correlation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24323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independent (Auth-Infra: 0.15)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54864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Shape 19"/>
          <p:cNvSpPr/>
          <p:nvPr/>
        </p:nvSpPr>
        <p:spPr>
          <a:xfrm>
            <a:off x="512064" y="2788920"/>
            <a:ext cx="3877056" cy="45720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8072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-1.0 ~ 0.0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103120" y="28072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correlation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0266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relationship (ABAP-Infra: -0.20)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1005840"/>
            <a:ext cx="3931920" cy="2468880"/>
          </a:xfrm>
          <a:prstGeom prst="rect">
            <a:avLst/>
          </a:prstGeom>
          <a:solidFill>
            <a:srgbClr val="0E1B2E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config/defaults.py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146304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("sap_basis", "db_hana"): 0.90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("sap_basis", "middleware"): 0.80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("sap_abap", "fi_co"): 0.65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("middleware", "external"): 0.75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("sap_abap", "infra_os"): -0.20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657600"/>
            <a:ext cx="3931920" cy="73152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3749040"/>
            <a:ext cx="320040" cy="32004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394960" y="3703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sliders let you adjust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in real-time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System Topology 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097280" cy="32004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5" name="Image 0" descr="D:\개발한 프로그램들\network-science-simulation\screenshots\topology_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5486400" cy="3429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0" y="914400"/>
            <a:ext cx="2834640" cy="640080"/>
          </a:xfrm>
          <a:prstGeom prst="rect">
            <a:avLst/>
          </a:prstGeom>
          <a:solidFill>
            <a:srgbClr val="15223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05156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0" y="960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= SAP System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583680" y="1207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reflects centrality (importance)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035040" y="1691640"/>
            <a:ext cx="2834640" cy="640080"/>
          </a:xfrm>
          <a:prstGeom prst="rect">
            <a:avLst/>
          </a:prstGeom>
          <a:solidFill>
            <a:srgbClr val="15223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82880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83680" y="1737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= Correlation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583680" y="19842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 shows connection strength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6035040" y="2468880"/>
            <a:ext cx="2834640" cy="640080"/>
          </a:xfrm>
          <a:prstGeom prst="rect">
            <a:avLst/>
          </a:prstGeom>
          <a:solidFill>
            <a:srgbClr val="152238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606040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83680" y="2514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Centrality Metrics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6583680" y="2761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/ Betweenness / Eigenvector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6035040" y="3246120"/>
            <a:ext cx="2834640" cy="640080"/>
          </a:xfrm>
          <a:prstGeom prst="rect">
            <a:avLst/>
          </a:prstGeom>
          <a:solidFill>
            <a:srgbClr val="152238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38328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583680" y="32918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Step Slider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6583680" y="3538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 shock propagation step-by-step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274320" y="4389120"/>
            <a:ext cx="8595360" cy="36576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23" name="Text 1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Nodes: 9  |  Edges: 36  |  Density: 1.000  |  Avg Path: 1.00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Governance &amp; Impact 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097280" cy="32004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5" name="Image 0" descr="D:\개발한 프로그램들\network-science-simulation\screenshots\governance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5029200" cy="3108960"/>
          </a:xfrm>
          <a:prstGeom prst="rect">
            <a:avLst/>
          </a:prstGeom>
        </p:spPr>
      </p:pic>
      <p:pic>
        <p:nvPicPr>
          <p:cNvPr id="6" name="Image 1" descr="D:\개발한 프로그램들\network-science-simulation\screenshots\impact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822960"/>
            <a:ext cx="3474720" cy="2194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4320" y="3977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Correlation Matrix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39496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Impact by Node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394960" y="3429000"/>
            <a:ext cx="3474720" cy="91440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10" name="Text 6"/>
          <p:cNvSpPr/>
          <p:nvPr/>
        </p:nvSpPr>
        <p:spPr>
          <a:xfrm>
            <a:off x="5532120" y="34747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</a:rPr>
              <a:t>Key Insights: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 = strong positive correlation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Blue = negative correlation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Radar: SAP Basis vs DB/HANA reach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Operations Time Series 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097280" cy="32004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5" name="Image 0" descr="D:\개발한 프로그램들\network-science-simulation\screenshots\timeseries_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5943600" cy="3337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822960"/>
            <a:ext cx="2468880" cy="3337560"/>
          </a:xfrm>
          <a:prstGeom prst="rect">
            <a:avLst/>
          </a:prstGeom>
          <a:solidFill>
            <a:srgbClr val="152238"/>
          </a:solidFill>
          <a:ln/>
        </p:spPr>
      </p:sp>
      <p:sp>
        <p:nvSpPr>
          <p:cNvPr id="7" name="Text 4"/>
          <p:cNvSpPr/>
          <p:nvPr/>
        </p:nvSpPr>
        <p:spPr>
          <a:xfrm>
            <a:off x="6537960" y="914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37960" y="128016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Solid lines = Core Ops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(SAP Basis, DB/HANA, Middleware)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Dotted lines = Other systems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(FI/CO, MM/SD, Auth, etc.)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X-axis = Simulation steps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Y-axis = Impact value (-1 to +1)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Convergence = system stabilizes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when impact stops changing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Scenario Examples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114300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64008" cy="1143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Timeout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280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Middleware node: -0.8 shock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10058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0" y="12161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&gt; Basis(0.80) &gt; HANA(0.90)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FI/CO posting delay &gt; MM/SD shipment stop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1097280"/>
            <a:ext cx="16002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086600" y="112471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86600" y="132588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PI/PO channel monitoring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RFC parameter check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258568"/>
            <a:ext cx="8412480" cy="114300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58568"/>
            <a:ext cx="64008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3042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HANA DB Lock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257860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DB/HANA node: -0.7 shock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0" y="2304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0" y="25146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HANA &gt; Basis(0.90) &gt; ABAP dump surge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FI/CO close delay &gt; Reporting halt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40880" y="2395728"/>
            <a:ext cx="16002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24231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86600" y="26243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M_LOCK_WAITS_CURRENT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Transaction rollback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3557016"/>
            <a:ext cx="8412480" cy="114300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557016"/>
            <a:ext cx="64008" cy="1143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6027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Patch Failure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4360" y="38770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SAP Basis node: -0.6 shock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0" y="36027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0" y="381304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&gt; All connected nodes propagate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Login failure &gt; Enterprise-wide outage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40880" y="3694176"/>
            <a:ext cx="16002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7086600" y="372160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86600" y="392277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rollback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Pre-test simulation required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Quick Start Guide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1097280" cy="3200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155448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430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170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App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16002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network-science-simulation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.streamlit.app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1005840"/>
            <a:ext cx="2743200" cy="155448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1430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86200" y="1170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Check Nodes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429000" y="16002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shows 9 system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with correlation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72200" y="1005840"/>
            <a:ext cx="2743200" cy="155448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430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12280" y="1170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Set Shock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355080" y="16002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target node 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(-1.0 ~ +1.0)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simulation steps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20040" y="2788920"/>
            <a:ext cx="2743200" cy="155448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92608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2953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Topology Tab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02920" y="3383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size = centrality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width = correlation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step animation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246120" y="2788920"/>
            <a:ext cx="2743200" cy="155448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292608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86200" y="2953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Impact Tab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3429000" y="3383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+ bar chart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radar for multi-angle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172200" y="2788920"/>
            <a:ext cx="2743200" cy="155448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92608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12280" y="29535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Time Series Tab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6355080" y="3383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Shock propagation over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time. Check convergence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stabilization point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64008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Simulation Now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2286000" y="2697480"/>
            <a:ext cx="457200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3">
            <a:hlinkClick r:id="rId2" tooltip=""/>
          </p:cNvPr>
          <p:cNvSpPr/>
          <p:nvPr/>
        </p:nvSpPr>
        <p:spPr>
          <a:xfrm>
            <a:off x="2286000" y="2697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https://network-science-simulation.streamlit.app</a:t>
            </a:r>
            <a:endParaRPr lang="en-US" sz="1400" dirty="0"/>
          </a:p>
        </p:txBody>
      </p:sp>
      <p:sp>
        <p:nvSpPr>
          <p:cNvPr id="7" name="Text 4">
            <a:hlinkClick r:id="rId3" tooltip=""/>
          </p:cNvPr>
          <p:cNvSpPr/>
          <p:nvPr/>
        </p:nvSpPr>
        <p:spPr>
          <a:xfrm>
            <a:off x="1828800" y="3383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u="sng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github.com/11pyo/network-science-simulation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" y="3794760"/>
            <a:ext cx="2286000" cy="1005840"/>
          </a:xfrm>
          <a:prstGeom prst="rect">
            <a:avLst/>
          </a:prstGeom>
          <a:solidFill>
            <a:srgbClr val="15223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319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886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Prediction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325880" y="4114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shock propagation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SAP systems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520440" y="3794760"/>
            <a:ext cx="2286000" cy="1005840"/>
          </a:xfrm>
          <a:prstGeom prst="rect">
            <a:avLst/>
          </a:prstGeom>
          <a:solidFill>
            <a:srgbClr val="15223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93192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69080" y="3886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Ops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4069080" y="4114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decisions from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263640" y="3794760"/>
            <a:ext cx="2286000" cy="1005840"/>
          </a:xfrm>
          <a:prstGeom prst="rect">
            <a:avLst/>
          </a:prstGeom>
          <a:solidFill>
            <a:srgbClr val="15223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93192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12280" y="3886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Customizable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812280" y="4114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Freely modify nodes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correlations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System Impact Simulation - Guide</dc:title>
  <dc:subject>PptxGenJS Presentation</dc:subject>
  <dc:creator>SAP BC Team</dc:creator>
  <cp:lastModifiedBy>SAP BC Team</cp:lastModifiedBy>
  <cp:revision>1</cp:revision>
  <dcterms:created xsi:type="dcterms:W3CDTF">2026-03-18T07:16:14Z</dcterms:created>
  <dcterms:modified xsi:type="dcterms:W3CDTF">2026-03-18T07:16:14Z</dcterms:modified>
</cp:coreProperties>
</file>